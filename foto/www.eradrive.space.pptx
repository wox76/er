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1430000" cy="11430000"/>
  <p:notesSz cx="6858000" cy="9144000"/>
  <p:embeddedFontLst>
    <p:embeddedFont>
      <p:font typeface="Canva Sans Bold" charset="1" panose="020B0803030501040103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51003" y="896757"/>
            <a:ext cx="12776390" cy="9390243"/>
          </a:xfrm>
          <a:custGeom>
            <a:avLst/>
            <a:gdLst/>
            <a:ahLst/>
            <a:cxnLst/>
            <a:rect r="r" b="b" t="t" l="l"/>
            <a:pathLst>
              <a:path h="9390243" w="12776390">
                <a:moveTo>
                  <a:pt x="0" y="0"/>
                </a:moveTo>
                <a:lnTo>
                  <a:pt x="12776390" y="0"/>
                </a:lnTo>
                <a:lnTo>
                  <a:pt x="12776390" y="9390243"/>
                </a:lnTo>
                <a:lnTo>
                  <a:pt x="0" y="93902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9692" y="10596821"/>
            <a:ext cx="3782017" cy="563872"/>
          </a:xfrm>
          <a:custGeom>
            <a:avLst/>
            <a:gdLst/>
            <a:ahLst/>
            <a:cxnLst/>
            <a:rect r="r" b="b" t="t" l="l"/>
            <a:pathLst>
              <a:path h="563872" w="3782017">
                <a:moveTo>
                  <a:pt x="0" y="0"/>
                </a:moveTo>
                <a:lnTo>
                  <a:pt x="3782017" y="0"/>
                </a:lnTo>
                <a:lnTo>
                  <a:pt x="3782017" y="563872"/>
                </a:lnTo>
                <a:lnTo>
                  <a:pt x="0" y="563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32544" y="10539671"/>
            <a:ext cx="3963191" cy="54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5"/>
              </a:lnSpc>
            </a:pPr>
            <a:r>
              <a:rPr lang="en-US" sz="319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www.eradrive.space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9692" y="10596821"/>
            <a:ext cx="3782017" cy="563872"/>
          </a:xfrm>
          <a:custGeom>
            <a:avLst/>
            <a:gdLst/>
            <a:ahLst/>
            <a:cxnLst/>
            <a:rect r="r" b="b" t="t" l="l"/>
            <a:pathLst>
              <a:path h="563872" w="3782017">
                <a:moveTo>
                  <a:pt x="0" y="0"/>
                </a:moveTo>
                <a:lnTo>
                  <a:pt x="3782017" y="0"/>
                </a:lnTo>
                <a:lnTo>
                  <a:pt x="3782017" y="563872"/>
                </a:lnTo>
                <a:lnTo>
                  <a:pt x="0" y="563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32544" y="10539671"/>
            <a:ext cx="3963191" cy="54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5"/>
              </a:lnSpc>
            </a:pPr>
            <a:r>
              <a:rPr lang="en-US" sz="319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www.eradrive.space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920480" y="-781540"/>
            <a:ext cx="15059886" cy="11068540"/>
          </a:xfrm>
          <a:custGeom>
            <a:avLst/>
            <a:gdLst/>
            <a:ahLst/>
            <a:cxnLst/>
            <a:rect r="r" b="b" t="t" l="l"/>
            <a:pathLst>
              <a:path h="11068540" w="15059886">
                <a:moveTo>
                  <a:pt x="0" y="0"/>
                </a:moveTo>
                <a:lnTo>
                  <a:pt x="15059886" y="0"/>
                </a:lnTo>
                <a:lnTo>
                  <a:pt x="15059886" y="11068540"/>
                </a:lnTo>
                <a:lnTo>
                  <a:pt x="0" y="11068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60" r="0" b="-96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9692" y="10596821"/>
            <a:ext cx="3782017" cy="563872"/>
          </a:xfrm>
          <a:custGeom>
            <a:avLst/>
            <a:gdLst/>
            <a:ahLst/>
            <a:cxnLst/>
            <a:rect r="r" b="b" t="t" l="l"/>
            <a:pathLst>
              <a:path h="563872" w="3782017">
                <a:moveTo>
                  <a:pt x="0" y="0"/>
                </a:moveTo>
                <a:lnTo>
                  <a:pt x="3782017" y="0"/>
                </a:lnTo>
                <a:lnTo>
                  <a:pt x="3782017" y="563872"/>
                </a:lnTo>
                <a:lnTo>
                  <a:pt x="0" y="563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32544" y="10539671"/>
            <a:ext cx="3963191" cy="54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5"/>
              </a:lnSpc>
            </a:pPr>
            <a:r>
              <a:rPr lang="en-US" sz="319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www.eradrive.space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1074234"/>
            <a:ext cx="12534915" cy="9212766"/>
          </a:xfrm>
          <a:custGeom>
            <a:avLst/>
            <a:gdLst/>
            <a:ahLst/>
            <a:cxnLst/>
            <a:rect r="r" b="b" t="t" l="l"/>
            <a:pathLst>
              <a:path h="9212766" w="12534915">
                <a:moveTo>
                  <a:pt x="0" y="0"/>
                </a:moveTo>
                <a:lnTo>
                  <a:pt x="12534915" y="0"/>
                </a:lnTo>
                <a:lnTo>
                  <a:pt x="12534915" y="9212766"/>
                </a:lnTo>
                <a:lnTo>
                  <a:pt x="0" y="92127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60" r="0" b="-96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9692" y="10596821"/>
            <a:ext cx="3782017" cy="563872"/>
          </a:xfrm>
          <a:custGeom>
            <a:avLst/>
            <a:gdLst/>
            <a:ahLst/>
            <a:cxnLst/>
            <a:rect r="r" b="b" t="t" l="l"/>
            <a:pathLst>
              <a:path h="563872" w="3782017">
                <a:moveTo>
                  <a:pt x="0" y="0"/>
                </a:moveTo>
                <a:lnTo>
                  <a:pt x="3782017" y="0"/>
                </a:lnTo>
                <a:lnTo>
                  <a:pt x="3782017" y="563872"/>
                </a:lnTo>
                <a:lnTo>
                  <a:pt x="0" y="563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32544" y="10539671"/>
            <a:ext cx="3963191" cy="54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5"/>
              </a:lnSpc>
            </a:pPr>
            <a:r>
              <a:rPr lang="en-US" sz="319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www.eradrive.space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034966" y="-971147"/>
            <a:ext cx="15317867" cy="11258147"/>
          </a:xfrm>
          <a:custGeom>
            <a:avLst/>
            <a:gdLst/>
            <a:ahLst/>
            <a:cxnLst/>
            <a:rect r="r" b="b" t="t" l="l"/>
            <a:pathLst>
              <a:path h="11258147" w="15317867">
                <a:moveTo>
                  <a:pt x="0" y="0"/>
                </a:moveTo>
                <a:lnTo>
                  <a:pt x="15317867" y="0"/>
                </a:lnTo>
                <a:lnTo>
                  <a:pt x="15317867" y="11258147"/>
                </a:lnTo>
                <a:lnTo>
                  <a:pt x="0" y="11258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60" r="0" b="-96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9692" y="10596821"/>
            <a:ext cx="3782017" cy="563872"/>
          </a:xfrm>
          <a:custGeom>
            <a:avLst/>
            <a:gdLst/>
            <a:ahLst/>
            <a:cxnLst/>
            <a:rect r="r" b="b" t="t" l="l"/>
            <a:pathLst>
              <a:path h="563872" w="3782017">
                <a:moveTo>
                  <a:pt x="0" y="0"/>
                </a:moveTo>
                <a:lnTo>
                  <a:pt x="3782017" y="0"/>
                </a:lnTo>
                <a:lnTo>
                  <a:pt x="3782017" y="563872"/>
                </a:lnTo>
                <a:lnTo>
                  <a:pt x="0" y="563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32544" y="10539671"/>
            <a:ext cx="3963191" cy="54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5"/>
              </a:lnSpc>
            </a:pPr>
            <a:r>
              <a:rPr lang="en-US" sz="319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www.eradrive.space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1178035"/>
            <a:ext cx="11430000" cy="8400688"/>
          </a:xfrm>
          <a:custGeom>
            <a:avLst/>
            <a:gdLst/>
            <a:ahLst/>
            <a:cxnLst/>
            <a:rect r="r" b="b" t="t" l="l"/>
            <a:pathLst>
              <a:path h="8400688" w="11430000">
                <a:moveTo>
                  <a:pt x="0" y="0"/>
                </a:moveTo>
                <a:lnTo>
                  <a:pt x="11430000" y="0"/>
                </a:lnTo>
                <a:lnTo>
                  <a:pt x="11430000" y="8400688"/>
                </a:lnTo>
                <a:lnTo>
                  <a:pt x="0" y="8400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09" t="0" r="-15409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9692" y="10596821"/>
            <a:ext cx="3782017" cy="563872"/>
          </a:xfrm>
          <a:custGeom>
            <a:avLst/>
            <a:gdLst/>
            <a:ahLst/>
            <a:cxnLst/>
            <a:rect r="r" b="b" t="t" l="l"/>
            <a:pathLst>
              <a:path h="563872" w="3782017">
                <a:moveTo>
                  <a:pt x="0" y="0"/>
                </a:moveTo>
                <a:lnTo>
                  <a:pt x="3782017" y="0"/>
                </a:lnTo>
                <a:lnTo>
                  <a:pt x="3782017" y="563872"/>
                </a:lnTo>
                <a:lnTo>
                  <a:pt x="0" y="563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32544" y="10539671"/>
            <a:ext cx="3963191" cy="54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5"/>
              </a:lnSpc>
            </a:pPr>
            <a:r>
              <a:rPr lang="en-US" sz="319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www.eradrive.space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1143000"/>
            <a:ext cx="11430000" cy="8400688"/>
          </a:xfrm>
          <a:custGeom>
            <a:avLst/>
            <a:gdLst/>
            <a:ahLst/>
            <a:cxnLst/>
            <a:rect r="r" b="b" t="t" l="l"/>
            <a:pathLst>
              <a:path h="8400688" w="11430000">
                <a:moveTo>
                  <a:pt x="0" y="0"/>
                </a:moveTo>
                <a:lnTo>
                  <a:pt x="11430000" y="0"/>
                </a:lnTo>
                <a:lnTo>
                  <a:pt x="11430000" y="8400688"/>
                </a:lnTo>
                <a:lnTo>
                  <a:pt x="0" y="8400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09" t="0" r="-15409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DAHNmCiYCZk</dc:identifier>
  <dcterms:modified xsi:type="dcterms:W3CDTF">2011-08-01T06:04:30Z</dcterms:modified>
  <cp:revision>1</cp:revision>
  <dc:title>www.eradrive.space</dc:title>
</cp:coreProperties>
</file>